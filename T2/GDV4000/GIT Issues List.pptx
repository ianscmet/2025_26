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9" autoAdjust="0"/>
    <p:restoredTop sz="94660"/>
  </p:normalViewPr>
  <p:slideViewPr>
    <p:cSldViewPr snapToGrid="0">
      <p:cViewPr varScale="1">
        <p:scale>
          <a:sx n="188" d="100"/>
          <a:sy n="188" d="100"/>
        </p:scale>
        <p:origin x="571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CBA0D-F3C0-6353-8258-3683FCCFBE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B49AB2-6B0D-B512-8389-04056BECB1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2229B-65CB-A725-8ACF-147321CFE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3DB9E-2F55-46B3-9707-46CFD8D6B728}" type="datetimeFigureOut">
              <a:rPr lang="en-GB" smtClean="0"/>
              <a:t>17/10/2024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2931F-6A4D-4D1F-3021-9EBCA60EF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9DE3D-0157-FE2A-8DF5-92C420A41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B81E-BE7E-4B8E-B13C-49A58EBD63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931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8DE99-52EE-05B9-6A78-CE7164FAB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EE329-65DD-2EB5-4960-62768424F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ECC6A-D01E-2D25-F7E4-306DDBED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3DB9E-2F55-46B3-9707-46CFD8D6B728}" type="datetimeFigureOut">
              <a:rPr lang="en-GB" smtClean="0"/>
              <a:t>17/10/2024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9C7DF-1296-F33C-031E-240B36FAA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14176-AFA0-7C7C-1988-260850666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B81E-BE7E-4B8E-B13C-49A58EBD63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0417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B740F-9188-F97E-4CC9-70484EEF0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512B9E-8B01-1594-FCD3-1A34814050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F88C8-19B0-7BD4-5E2F-F08FEEBA4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3DB9E-2F55-46B3-9707-46CFD8D6B728}" type="datetimeFigureOut">
              <a:rPr lang="en-GB" smtClean="0"/>
              <a:t>17/10/2024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B5244-B70D-D45E-25B2-B5E4E2962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700A2-D857-3E25-134A-451FFB7B0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B81E-BE7E-4B8E-B13C-49A58EBD63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7356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BA900-E405-E091-5DA1-12DBFCB80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F52C3-EF52-765C-7301-05197DE8C6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10C472-1F34-E1BE-FA64-F46700D6AF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057E3A-3E8D-2EB1-14B6-5BC0DF896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3DB9E-2F55-46B3-9707-46CFD8D6B728}" type="datetimeFigureOut">
              <a:rPr lang="en-GB" smtClean="0"/>
              <a:t>17/10/2024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7F210D-72EF-AE62-1AD4-E22EA1514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C3EE0-09C8-6FFB-FA22-35AE9EC32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B81E-BE7E-4B8E-B13C-49A58EBD63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355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EBCE8-C56B-CBC7-723E-2D0F223CB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8235E6-2056-D8F1-F2F1-7E169FDF0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32E420-D258-8F5C-BB00-F585C606E5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30C17E-BA86-6E7E-E457-D51576DD09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8211D1-83E4-3056-A361-42C8EA1AC5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0D1AB2-8DF5-77BA-5761-7197BA107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3DB9E-2F55-46B3-9707-46CFD8D6B728}" type="datetimeFigureOut">
              <a:rPr lang="en-GB" smtClean="0"/>
              <a:t>17/10/2024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E3D945-8BB6-F4D2-507A-8C6194DAB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CD89DC-CB28-18A7-9695-F3528F291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B81E-BE7E-4B8E-B13C-49A58EBD63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843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31077-EB28-FE5D-2C44-B8FA1A510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19D6B8-4B61-34E2-67B5-85C41697C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3DB9E-2F55-46B3-9707-46CFD8D6B728}" type="datetimeFigureOut">
              <a:rPr lang="en-GB" smtClean="0"/>
              <a:t>17/10/2024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79EBE8-D51B-735A-D087-2D1D8FBFA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E1F678-D1AE-3CF7-9D29-EE7EBF8E4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B81E-BE7E-4B8E-B13C-49A58EBD63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0522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D7DE86-354D-7973-8FD8-A08BAC39B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3DB9E-2F55-46B3-9707-46CFD8D6B728}" type="datetimeFigureOut">
              <a:rPr lang="en-GB" smtClean="0"/>
              <a:t>17/10/2024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A056DA-5DF3-C7E3-412B-BC81C68D0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076D0-39B8-B1D3-393D-3FBAC1759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B81E-BE7E-4B8E-B13C-49A58EBD63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3172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05B2B-40B5-B2BE-4237-9ACE98D66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C9200-3344-72CD-0273-B67F8FE56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2129D7-604D-2BA3-F04D-7832FB6EF4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766D2-313A-D348-1ECF-340F4C82B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3DB9E-2F55-46B3-9707-46CFD8D6B728}" type="datetimeFigureOut">
              <a:rPr lang="en-GB" smtClean="0"/>
              <a:t>17/10/2024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2BCA8-8615-08C4-C199-9C4222F4D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06CB9-AF1F-8F19-D9E1-C6A612EEC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B81E-BE7E-4B8E-B13C-49A58EBD63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8907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D533D-050B-42A0-C344-632175C74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E3633B-5297-1AE6-C3C2-D2239B11BC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6459B-0E49-DA7A-F466-3B18C81693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9CC956-12B6-8A59-483E-AC57F88C3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3DB9E-2F55-46B3-9707-46CFD8D6B728}" type="datetimeFigureOut">
              <a:rPr lang="en-GB" smtClean="0"/>
              <a:t>17/10/2024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3E11CA-26EE-0F12-0CD0-5C4F2CFCF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EAE4B-E402-F09B-5996-79FB940A2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B81E-BE7E-4B8E-B13C-49A58EBD63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04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159A3-B27C-D3A1-9BCC-BE7B9494B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58CED2-2375-707A-D722-3E926B1A20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29332-89E1-66C7-C93D-F197A6D1F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3DB9E-2F55-46B3-9707-46CFD8D6B728}" type="datetimeFigureOut">
              <a:rPr lang="en-GB" smtClean="0"/>
              <a:t>17/10/2024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F1C2E-EAE3-445B-90A8-C423607ED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83CB9-BC0B-23C5-6257-B792C4D65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B81E-BE7E-4B8E-B13C-49A58EBD63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4554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E92976-B2DB-14D5-4AD7-A940B2171D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1F1226-DADE-1BF6-9E82-B5BDFFBEDA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D4769-F414-3A11-015A-E573A38B3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3DB9E-2F55-46B3-9707-46CFD8D6B728}" type="datetimeFigureOut">
              <a:rPr lang="en-GB" smtClean="0"/>
              <a:t>17/10/2024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940FF-AEBE-694B-E3C7-74EF6018E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CEAFE-7473-788F-D258-982AB83A7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B81E-BE7E-4B8E-B13C-49A58EBD63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6942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C652A-5BB7-9618-FA33-A536BECC3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C3FDDC-7619-51B0-17F5-8352B4CE7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6A155-C2C6-0AD4-3B39-187B337CCF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43DB9E-2F55-46B3-9707-46CFD8D6B728}" type="datetimeFigureOut">
              <a:rPr lang="en-GB" smtClean="0"/>
              <a:t>17/10/2024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46518-6DCE-C037-7322-2BBD373AA9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65DB9-3E87-EF0E-0B85-8120E068F5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16B81E-BE7E-4B8E-B13C-49A58EBD63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8816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0FF24-97C5-A3F8-EEBA-F688DB00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Common GIT issues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5E15EF-7DD5-8081-DE51-81D08BBF99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… and how to hopefully deal with them</a:t>
            </a:r>
          </a:p>
        </p:txBody>
      </p:sp>
    </p:spTree>
    <p:extLst>
      <p:ext uri="{BB962C8B-B14F-4D97-AF65-F5344CB8AC3E}">
        <p14:creationId xmlns:p14="http://schemas.microsoft.com/office/powerpoint/2010/main" val="1034640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463F8-2384-A9D1-BC92-B38C6479E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8810"/>
          </a:xfrm>
        </p:spPr>
        <p:txBody>
          <a:bodyPr>
            <a:normAutofit/>
          </a:bodyPr>
          <a:lstStyle/>
          <a:p>
            <a:r>
              <a:rPr lang="en-GB" sz="3200" dirty="0"/>
              <a:t>GIT Filename too long error: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3225D-8F4B-B256-53E4-FA6B2226D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3936"/>
            <a:ext cx="10515600" cy="1325563"/>
          </a:xfrm>
        </p:spPr>
        <p:txBody>
          <a:bodyPr/>
          <a:lstStyle/>
          <a:p>
            <a:r>
              <a:rPr lang="en-GB" dirty="0"/>
              <a:t>If during the Commit, you see warnings about the filenames being too long, try this </a:t>
            </a:r>
            <a:r>
              <a:rPr lang="en-GB" i="1" dirty="0"/>
              <a:t>before </a:t>
            </a:r>
            <a:r>
              <a:rPr lang="en-GB" dirty="0"/>
              <a:t>the ‘git add .’</a:t>
            </a:r>
          </a:p>
          <a:p>
            <a:pPr lvl="1"/>
            <a:r>
              <a:rPr lang="en-GB" dirty="0"/>
              <a:t>‘git config --system </a:t>
            </a:r>
            <a:r>
              <a:rPr lang="en-GB" dirty="0" err="1"/>
              <a:t>core.longpaths</a:t>
            </a:r>
            <a:r>
              <a:rPr lang="en-GB" dirty="0"/>
              <a:t> true’  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958F18-2A02-FD39-5F91-CFAC2AF771A4}"/>
              </a:ext>
            </a:extLst>
          </p:cNvPr>
          <p:cNvSpPr txBox="1">
            <a:spLocks/>
          </p:cNvSpPr>
          <p:nvPr/>
        </p:nvSpPr>
        <p:spPr>
          <a:xfrm>
            <a:off x="838200" y="2349499"/>
            <a:ext cx="10515600" cy="658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dirty="0"/>
              <a:t>GIT LF being replaced by CRLF warning: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EA2BD0E-F340-A5B8-27C9-DE5D66238773}"/>
              </a:ext>
            </a:extLst>
          </p:cNvPr>
          <p:cNvSpPr txBox="1">
            <a:spLocks/>
          </p:cNvSpPr>
          <p:nvPr/>
        </p:nvSpPr>
        <p:spPr>
          <a:xfrm>
            <a:off x="838200" y="3008310"/>
            <a:ext cx="10515600" cy="19393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Try:</a:t>
            </a:r>
          </a:p>
          <a:p>
            <a:pPr lvl="1"/>
            <a:r>
              <a:rPr lang="en-GB" dirty="0"/>
              <a:t>‘git config --global </a:t>
            </a:r>
            <a:r>
              <a:rPr lang="en-GB" dirty="0" err="1"/>
              <a:t>core.autocrlf</a:t>
            </a:r>
            <a:r>
              <a:rPr lang="en-GB" dirty="0"/>
              <a:t> true’</a:t>
            </a:r>
          </a:p>
          <a:p>
            <a:r>
              <a:rPr lang="en-GB" dirty="0"/>
              <a:t>If that doesn’t do it, try:</a:t>
            </a:r>
          </a:p>
          <a:p>
            <a:pPr lvl="1"/>
            <a:r>
              <a:rPr lang="en-GB" dirty="0"/>
              <a:t>‘git config --global </a:t>
            </a:r>
            <a:r>
              <a:rPr lang="en-GB" dirty="0" err="1"/>
              <a:t>core.safecrlf</a:t>
            </a:r>
            <a:r>
              <a:rPr lang="en-GB" dirty="0"/>
              <a:t> false’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CB31634-5AC4-DAD3-0D84-63BD6E86FD2C}"/>
              </a:ext>
            </a:extLst>
          </p:cNvPr>
          <p:cNvSpPr txBox="1">
            <a:spLocks/>
          </p:cNvSpPr>
          <p:nvPr/>
        </p:nvSpPr>
        <p:spPr>
          <a:xfrm>
            <a:off x="838200" y="4947704"/>
            <a:ext cx="10515600" cy="658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dirty="0"/>
              <a:t>Another git process seems to be running in this repository: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8A8CDE9-9D7C-37AF-E53D-9AB2C79722A2}"/>
              </a:ext>
            </a:extLst>
          </p:cNvPr>
          <p:cNvSpPr txBox="1">
            <a:spLocks/>
          </p:cNvSpPr>
          <p:nvPr/>
        </p:nvSpPr>
        <p:spPr>
          <a:xfrm>
            <a:off x="838200" y="5606515"/>
            <a:ext cx="10515600" cy="1251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Try:</a:t>
            </a:r>
          </a:p>
          <a:p>
            <a:pPr lvl="1"/>
            <a:r>
              <a:rPr lang="en-GB" dirty="0"/>
              <a:t>‘rm .git/</a:t>
            </a:r>
            <a:r>
              <a:rPr lang="en-GB" dirty="0" err="1"/>
              <a:t>index.lock</a:t>
            </a:r>
            <a:r>
              <a:rPr lang="en-GB" dirty="0"/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2437157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110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Common GIT issues</vt:lpstr>
      <vt:lpstr>GIT Filename too long error: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Smith, Ian</dc:creator>
  <cp:lastModifiedBy>Smith, Ian</cp:lastModifiedBy>
  <cp:revision>1</cp:revision>
  <dcterms:created xsi:type="dcterms:W3CDTF">2024-10-17T18:45:03Z</dcterms:created>
  <dcterms:modified xsi:type="dcterms:W3CDTF">2024-10-17T19:00:31Z</dcterms:modified>
</cp:coreProperties>
</file>